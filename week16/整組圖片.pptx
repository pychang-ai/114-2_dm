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8F2B5D0-3C31-45D5-B948-D1C789024A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23DEC64D-6635-4FED-ADF8-9CCCCEFABD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3982DC2-DBC7-46FA-86E7-65152DE553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ABB7C-F093-40C8-9167-9C6A2494E8B3}" type="datetimeFigureOut">
              <a:rPr lang="zh-TW" altLang="en-US" smtClean="0"/>
              <a:t>2026/6/10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C17EECA-D020-4CA7-A445-1CF5B8EBBC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755867B-856C-49BD-BB1F-41BD65235E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0F170-866B-46F6-80CF-2A942F0A79D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835718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A4D7C5D-F5E1-41EC-B15A-AFBA62F3B0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9656EFC-346C-4861-ACF9-A6C45A6783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7C378B7-5C5D-4DF0-9169-E6A107A6D8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ABB7C-F093-40C8-9167-9C6A2494E8B3}" type="datetimeFigureOut">
              <a:rPr lang="zh-TW" altLang="en-US" smtClean="0"/>
              <a:t>2026/6/10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3E8D6ED-E591-4965-9370-0F3BE18E5A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05879B6-3177-452A-8687-4B2AF22510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0F170-866B-46F6-80CF-2A942F0A79D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815669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05D443A-6279-41B5-89AF-E1A3C714BF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CDAD8B8A-303C-42D8-A38A-A26BC62617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63EFE05-9931-4EDB-B49F-7A36BD6428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ABB7C-F093-40C8-9167-9C6A2494E8B3}" type="datetimeFigureOut">
              <a:rPr lang="zh-TW" altLang="en-US" smtClean="0"/>
              <a:t>2026/6/10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10DA228-2AAE-4FBD-BC9D-6C25E58344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60BACC8-1334-4801-9355-6D19199755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0F170-866B-46F6-80CF-2A942F0A79D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836230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C082F02-947E-41B7-A925-C686B19CAE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A9EA874-8197-43C0-8887-3E945845DE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188386BB-A0D0-47F9-915F-6196211D82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C65D888-EB62-46E3-AEE7-AA0686FAC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ABB7C-F093-40C8-9167-9C6A2494E8B3}" type="datetimeFigureOut">
              <a:rPr lang="zh-TW" altLang="en-US" smtClean="0"/>
              <a:t>2026/6/10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4FBC81D2-B47E-43BA-A5A7-AE61DD0165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3ECDA12-34D4-4DED-A020-5D1C45319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0F170-866B-46F6-80CF-2A942F0A79D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57587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7BEF22D-88BC-4D07-B9AF-85FF7BCD3E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C1513E2F-1087-49E9-A803-5DFF638A50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24B079BD-AFB5-4595-8BFF-F471B57159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49189936-FB68-4866-8F65-67094C7556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8592EF3E-8C05-4EC5-BAEA-D442C51A071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E32042C6-9B1A-49FA-99E9-A1AF4B244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ABB7C-F093-40C8-9167-9C6A2494E8B3}" type="datetimeFigureOut">
              <a:rPr lang="zh-TW" altLang="en-US" smtClean="0"/>
              <a:t>2026/6/10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F4D8188D-F168-4E37-9B89-36FE976C29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F254CD98-468B-4F06-A3B8-7687A7C06A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0F170-866B-46F6-80CF-2A942F0A79D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520569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B676561-36A7-48FC-B2E9-E5A6E4CCC9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3D7F51D9-0048-40AB-A793-06345CB164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ABB7C-F093-40C8-9167-9C6A2494E8B3}" type="datetimeFigureOut">
              <a:rPr lang="zh-TW" altLang="en-US" smtClean="0"/>
              <a:t>2026/6/10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C481C8F6-5A89-4C71-BB99-011193F971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2ED07DC9-8141-43A3-8161-4C7880D2D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0F170-866B-46F6-80CF-2A942F0A79D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465152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9253A3E1-2C8D-4033-9F13-BDBBE8F780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ABB7C-F093-40C8-9167-9C6A2494E8B3}" type="datetimeFigureOut">
              <a:rPr lang="zh-TW" altLang="en-US" smtClean="0"/>
              <a:t>2026/6/10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A3C33561-73CB-4EB5-8836-2960E767CB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050E949-F0A0-4C24-A3FB-EA0AFEB1D4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0F170-866B-46F6-80CF-2A942F0A79D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525355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2CE6C07-9256-42AC-92E1-20135FD4F1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FBEBD86-A8AF-4461-B7F9-A56D0748CE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9F166402-6A89-47E0-8648-AEE763049F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A6240BF4-811D-43D0-A9B6-AA2C5208B2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ABB7C-F093-40C8-9167-9C6A2494E8B3}" type="datetimeFigureOut">
              <a:rPr lang="zh-TW" altLang="en-US" smtClean="0"/>
              <a:t>2026/6/10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83EC9D4A-17B3-49A2-AED4-88F06C87F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277C6DF-6106-4C76-820F-521354F73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0F170-866B-46F6-80CF-2A942F0A79D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68297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4B93FB9-757C-445F-A697-3834201CD8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A2A41D96-0B73-44FD-8E25-A02616974F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86993EBF-44F4-462D-B76A-F871EAD35F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FBE52E25-ABBA-49E9-BB3D-C654F5E47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ABB7C-F093-40C8-9167-9C6A2494E8B3}" type="datetimeFigureOut">
              <a:rPr lang="zh-TW" altLang="en-US" smtClean="0"/>
              <a:t>2026/6/10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0E7EEAD-6BDA-4DBC-98D1-A9988A0826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EF9AFA11-C77A-4910-B5F6-FB6F79F885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0F170-866B-46F6-80CF-2A942F0A79D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104067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2F452BB-76BF-4F2A-AB9A-6E599FC347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2E2FD929-08E6-4B7D-AC75-7D937A4CAA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6681487-B2C7-455A-933E-592182318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ABB7C-F093-40C8-9167-9C6A2494E8B3}" type="datetimeFigureOut">
              <a:rPr lang="zh-TW" altLang="en-US" smtClean="0"/>
              <a:t>2026/6/10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820AF7F-AD1E-49D0-96D9-B3F8AA3908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190A525-50E4-4D8B-9A8D-9B058995D4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0F170-866B-46F6-80CF-2A942F0A79D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85669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E678C9D3-52C4-455A-BE20-F64755E7C1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83464A72-31C0-4B09-9B7A-CAD269C388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B1EE151-39BE-4DAE-8214-55080F1936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ABB7C-F093-40C8-9167-9C6A2494E8B3}" type="datetimeFigureOut">
              <a:rPr lang="zh-TW" altLang="en-US" smtClean="0"/>
              <a:t>2026/6/10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5F2EF60-A60A-4D32-AE89-4AE0320BD4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BC3F751-B671-40BB-A773-8E4AA583E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0F170-866B-46F6-80CF-2A942F0A79D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241131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758C8747-D762-410D-AD93-871830484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880FC21-D45E-4B05-8977-6EF8A334A6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0067FE7-12F8-4F8F-93BF-E375BD2C0E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4ABB7C-F093-40C8-9167-9C6A2494E8B3}" type="datetimeFigureOut">
              <a:rPr lang="zh-TW" altLang="en-US" smtClean="0"/>
              <a:t>2026/6/10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2A88313-B1B1-4507-BE5E-A791988AED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093C11B-30AE-48C6-9FB9-1FC5D79FFA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60F170-866B-46F6-80CF-2A942F0A79D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895430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E1BE845-BDAF-4A44-8B89-9BC3EA0C30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變遷中的海洋：</a:t>
            </a:r>
            <a:br>
              <a:rPr lang="en-US" altLang="zh-TW" dirty="0"/>
            </a:br>
            <a:r>
              <a:rPr lang="zh-TW" altLang="en-US" dirty="0"/>
              <a:t>全球航運氣候風險分析與</a:t>
            </a:r>
            <a:br>
              <a:rPr lang="en-US" altLang="zh-TW" dirty="0"/>
            </a:br>
            <a:r>
              <a:rPr lang="zh-TW" altLang="en-US" dirty="0"/>
              <a:t>高雄港防災治理智慧化應用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B377AF61-6A12-4121-A798-7DB9F80D48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第六組</a:t>
            </a:r>
            <a:endParaRPr lang="en-US" altLang="zh-TW" dirty="0"/>
          </a:p>
          <a:p>
            <a:r>
              <a:rPr lang="zh-TW" altLang="en-US" dirty="0"/>
              <a:t>王宥惠、林岱俐、謝佳芯、吳依靜</a:t>
            </a:r>
          </a:p>
        </p:txBody>
      </p:sp>
    </p:spTree>
    <p:extLst>
      <p:ext uri="{BB962C8B-B14F-4D97-AF65-F5344CB8AC3E}">
        <p14:creationId xmlns:p14="http://schemas.microsoft.com/office/powerpoint/2010/main" val="8649238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CF06150-5C5C-4F65-8608-DABF124FB5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6071E9A-886F-43A0-A8EF-B2A70DDDFF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B33DC0B3-47D6-4827-8A11-52585EBA641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114" t="1683" r="3427"/>
          <a:stretch/>
        </p:blipFill>
        <p:spPr>
          <a:xfrm>
            <a:off x="6167717" y="288518"/>
            <a:ext cx="5262283" cy="2868672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BAE3A2BB-5E14-43F5-A2B6-31E13A9CB5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383" y="483094"/>
            <a:ext cx="5053044" cy="2674096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3E76C3B5-6A6B-40F9-A004-47BB43338A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5359" y="3556723"/>
            <a:ext cx="5014641" cy="2651219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77F3BC9F-DF53-4A57-816F-60F2EFD706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43" y="3275159"/>
            <a:ext cx="4821524" cy="3214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45729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34</Words>
  <Application>Microsoft Office PowerPoint</Application>
  <PresentationFormat>寬螢幕</PresentationFormat>
  <Paragraphs>3</Paragraphs>
  <Slides>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7" baseType="lpstr">
      <vt:lpstr>新細明體</vt:lpstr>
      <vt:lpstr>Arial</vt:lpstr>
      <vt:lpstr>Calibri</vt:lpstr>
      <vt:lpstr>Calibri Light</vt:lpstr>
      <vt:lpstr>Office 佈景主題</vt:lpstr>
      <vt:lpstr>變遷中的海洋： 全球航運氣候風險分析與 高雄港防災治理智慧化應用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USER</dc:creator>
  <cp:lastModifiedBy>USER</cp:lastModifiedBy>
  <cp:revision>5</cp:revision>
  <dcterms:created xsi:type="dcterms:W3CDTF">2026-06-10T01:48:27Z</dcterms:created>
  <dcterms:modified xsi:type="dcterms:W3CDTF">2026-06-10T02:37:19Z</dcterms:modified>
</cp:coreProperties>
</file>